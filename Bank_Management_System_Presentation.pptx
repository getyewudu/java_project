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5400">
                <a:solidFill>
                  <a:srgbClr val="003366"/>
                </a:solidFill>
              </a:defRPr>
            </a:pPr>
            <a:r>
              <a:t>Nigus Bank Management System</a:t>
            </a:r>
          </a:p>
          <a:p>
            <a:r>
              <a:t>ንጉስ ባንክ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04040"/>
                </a:solidFill>
              </a:defRPr>
            </a:pPr>
            <a:r>
              <a:t>A Comprehensive Banking Solution</a:t>
            </a:r>
          </a:p>
          <a:p>
            <a:pPr>
              <a:defRPr sz="2400">
                <a:solidFill>
                  <a:srgbClr val="404040"/>
                </a:solidFill>
              </a:defRPr>
            </a:pPr>
            <a:r>
              <a:t>Built with JavaFX &amp; MySQL</a:t>
            </a:r>
          </a:p>
          <a:p>
            <a:pPr>
              <a:defRPr sz="2400">
                <a:solidFill>
                  <a:srgbClr val="404040"/>
                </a:solidFill>
              </a:defRPr>
            </a:pPr>
          </a:p>
          <a:p>
            <a:pPr>
              <a:defRPr sz="2400">
                <a:solidFill>
                  <a:srgbClr val="404040"/>
                </a:solidFill>
              </a:defRPr>
            </a:pPr>
            <a:r>
              <a:t>Presentation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3366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Project Name: Bank Management System (BankMS)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Application: Nigus Bank - ንጉስ ባንክ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Purpose: Complete banking solution for customer and administrative operations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Technology: JavaFX-based desktop application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Database: MySQL for robust data management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Architecture: MVC pattern with FXML-based 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3366"/>
                </a:solidFill>
              </a:defRPr>
            </a:pPr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Provide secure and efficient banking operations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Enable real-time transaction processing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Support multiple user roles (Admin &amp; Client)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Maintain comprehensive transaction history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Facilitate loan management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Ensure data integrity and security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Deliver user-friendly interface with Ethiopian branding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3366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Frontend Technologies: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JavaFX 13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FXML for UI design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CSS for styling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Scene Builder compatible</a:t>
            </a:r>
          </a:p>
          <a:p>
            <a:pPr>
              <a:defRPr sz="1800">
                <a:solidFill>
                  <a:srgbClr val="202020"/>
                </a:solidFill>
              </a:defRPr>
            </a:pP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Build &amp; Dependencies: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Maven build system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Java 11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Backend Technologies: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Java 11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JDBC for database access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MySQL Connector 8.0.33</a:t>
            </a:r>
          </a:p>
          <a:p>
            <a:pPr>
              <a:defRPr sz="1800">
                <a:solidFill>
                  <a:srgbClr val="202020"/>
                </a:solidFill>
              </a:defRPr>
            </a:pP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Database: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MySQL 8.0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Relational database design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Transaction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336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Presentation Layer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FXML-based user interfaces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CSS styling for professional look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JavaFX controllers for interaction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Business Logic Layer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Controller classes for each module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Transaction processing logic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Validation and business rules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Data Access Layer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DBConnection class for database connectivity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JDBC-based data operations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Prepared statements for 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3366"/>
                </a:solidFill>
              </a:defRPr>
            </a:pPr>
            <a:r>
              <a:t>User Roles &amp;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Client Role: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View account details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Check balance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Deposit money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Withdraw money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Transfer funds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View transaction history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Apply for loans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Update profile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Change password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Contact support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t>Admin Role: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Manage customers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View all transactions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Monitor accounts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Process loan applications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Approve/reject loans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Generate reports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Manage user status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System configuration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t>• Account freezing/activation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3366"/>
                </a:solidFill>
              </a:defRPr>
            </a:pPr>
            <a:r>
              <a:t>Core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Authentication Module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User login with role-based access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User registration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Account status verification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Account Management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Account creation and details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Balance inquiries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Profile updates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Transaction Module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Deposits, withdrawals, transfers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Transaction history tracking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Interest calculation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3366"/>
                </a:solidFill>
              </a:defRPr>
            </a:pPr>
            <a:r>
              <a:t>Key Features - Banking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Secure User Authentication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Username/password-based login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Role-based access control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Account status verification (active/frozen)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Transaction Processing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Real-time deposit operations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Withdrawal with balance validation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Inter-account fund transfers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Transaction confirmation and receipts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Account Management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Unique account number generation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Real-time balance updates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Comprehensive account details 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3366"/>
                </a:solidFill>
              </a:defRPr>
            </a:pPr>
            <a:r>
              <a:t>Key Features - Advanced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Loan Management System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Loan application processing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Admin approval workflow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Automatic disbursement to accounts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Loan tracking and history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Transaction History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Detailed transaction logs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CSV export functionality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Filter and search capabilities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Interest System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Automatic monthly interest credits (2.5%)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Interest calculation and posting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3366"/>
                </a:solidFill>
              </a:defRPr>
            </a:pPr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Users Table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user_id, username, password_hash, role, status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Customers Table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customer_id, user_id, name, email, phone, address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Accounts Table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account_id, customer_id, account_number, balance, created_at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Transactions Table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transaction_id, account_id, type, amount, date, description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Loans Table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loan_id, customer_id, amount, status, application_date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3366"/>
                </a:solidFill>
              </a:defRPr>
            </a:pPr>
            <a:r>
              <a:t>User Interface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Login Screen - Secure authentication portal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Registration Screen - New user onboarding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Client Dashboard - Central hub for banking operations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Account details display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Quick action buttons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Navigation menu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Admin Dashboard - Administrative control panel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Customer management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Transaction monitoring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Loan approvals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Transaction Forms - Deposit, Withdraw, Transfer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Transaction History Viewer - Detailed transaction logs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3366"/>
                </a:solidFill>
              </a:defRPr>
            </a:pPr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Authentication &amp; Authorization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Secure password storage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Role-based access control (RBAC)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Session management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Database Security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Prepared statements to prevent SQL injection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Connection pooling for secure access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Account Protection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Account status controls (active/inactive/frozen)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Admin-controlled account freezing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Transaction Security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Balance validation before withdrawal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Transaction logging and audit trail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3366"/>
                </a:solidFill>
              </a:defRPr>
            </a:pPr>
            <a:r>
              <a:t>Application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User Login Process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Enter credentials → Validate → Check status → Route to dashboard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Deposit Workflow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Enter amount → Validate → Update balance → Log transaction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Withdrawal Workflow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Enter amount → Check balance → Deduct → Update → Log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Transfer Workflow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Enter recipient &amp; amount → Validate both accounts → Transfer → Log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Loan Application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Submit application → Admin review → Approve/Reject → Disburse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3366"/>
                </a:solidFill>
              </a:defRPr>
            </a:pPr>
            <a:r>
              <a:t>Technical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Maven Project Structure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Standardized build process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Dependency management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JavaFX Architecture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FXML for declarative UI design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CSS for consistent styling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Controller pattern for business logic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Database Integration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JDBC connectivity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Prepared statements for security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Transaction management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Code Organization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Modular controller classes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Separation of concerns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3366"/>
                </a:solidFill>
              </a:defRPr>
            </a:pPr>
            <a:r>
              <a:t>Project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Codebase Metrics: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• 20 Java controller classes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• 17+ FXML UI files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• Multiple CSS stylesheets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• 5+ database tables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Functionality Coverage: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• Authentication &amp; Registration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• Account Management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• 3 Transaction Types (Deposit, Withdraw, Transfer)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• Loan Management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• Transaction History &amp; Reporting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• Admin Functions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• Customer Support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3366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Enhanced Security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Two-factor authentication (2FA)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Biometric authentication support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Password encryption with bcrypt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Additional Features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Mobile app integration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SMS/Email notifications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Card management system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Bill payment integration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Reporting &amp; Analytics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Advanced reporting dashboard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Data analytics and insights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Export to multiple formats (PDF, Excel)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3366"/>
                </a:solidFill>
              </a:defRPr>
            </a:pPr>
            <a:r>
              <a:t>Benefits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For Customers: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24/7 access to banking services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User-friendly interface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Real-time transaction processing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Comprehensive transaction history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For Bank Administration: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Centralized customer management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Automated interest calculations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Efficient loan processing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Comprehensive audit trails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For the Business: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Reduced operational costs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Improved customer satisfaction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Scalable architecture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Comprehensive Solution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Complete banking operations management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Dual role support (Client &amp; Admin)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Modern Technology Stack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JavaFX for rich desktop experience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MySQL for reliable data management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Maven for efficient build process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Production Ready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Security-focused design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Scalable architecture</a:t>
            </a:r>
          </a:p>
          <a:p>
            <a:pPr lvl="1">
              <a:spcAft>
                <a:spcPts val="1200"/>
              </a:spcAft>
              <a:defRPr sz="1800">
                <a:solidFill>
                  <a:srgbClr val="202020"/>
                </a:solidFill>
              </a:defRPr>
            </a:pPr>
            <a:r>
              <a:t>User-friendly interface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The Nigus Bank Management System demonstrates a professional,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t>full-featured banking application ready for deployment.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3366"/>
                </a:solidFill>
              </a:defRPr>
            </a:pPr>
            <a:r>
              <a:t>Thank You!</a:t>
            </a:r>
          </a:p>
          <a:p>
            <a:pPr algn="ctr">
              <a:defRPr sz="3200">
                <a:solidFill>
                  <a:srgbClr val="404040"/>
                </a:solidFill>
              </a:defRPr>
            </a:pPr>
            <a:r>
              <a:t>Nigus Bank Management System</a:t>
            </a:r>
          </a:p>
          <a:p>
            <a:pPr algn="ctr">
              <a:defRPr sz="2800">
                <a:solidFill>
                  <a:srgbClr val="646464"/>
                </a:solidFill>
              </a:defRPr>
            </a:pPr>
            <a:r>
              <a:t>ንጉስ ባንክ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